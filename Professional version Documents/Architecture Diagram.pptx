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sai Karanki" userId="38d3b5116a01a4b0" providerId="LiveId" clId="{2E90161D-5C87-4FF4-BA57-A84D41AAB881}"/>
    <pc:docChg chg="custSel addSld modSld">
      <pc:chgData name="Nikhil sai Karanki" userId="38d3b5116a01a4b0" providerId="LiveId" clId="{2E90161D-5C87-4FF4-BA57-A84D41AAB881}" dt="2025-12-21T15:46:29.628" v="273" actId="478"/>
      <pc:docMkLst>
        <pc:docMk/>
      </pc:docMkLst>
      <pc:sldChg chg="addSp delSp modSp new mod">
        <pc:chgData name="Nikhil sai Karanki" userId="38d3b5116a01a4b0" providerId="LiveId" clId="{2E90161D-5C87-4FF4-BA57-A84D41AAB881}" dt="2025-12-21T15:46:29.628" v="273" actId="478"/>
        <pc:sldMkLst>
          <pc:docMk/>
          <pc:sldMk cId="2329806869" sldId="258"/>
        </pc:sldMkLst>
        <pc:spChg chg="add del mod">
          <ac:chgData name="Nikhil sai Karanki" userId="38d3b5116a01a4b0" providerId="LiveId" clId="{2E90161D-5C87-4FF4-BA57-A84D41AAB881}" dt="2025-12-21T15:42:51.868" v="4" actId="478"/>
          <ac:spMkLst>
            <pc:docMk/>
            <pc:sldMk cId="2329806869" sldId="258"/>
            <ac:spMk id="2" creationId="{C3BDDD30-C1B9-5C81-2D82-9D6695852C23}"/>
          </ac:spMkLst>
        </pc:spChg>
        <pc:spChg chg="add mod">
          <ac:chgData name="Nikhil sai Karanki" userId="38d3b5116a01a4b0" providerId="LiveId" clId="{2E90161D-5C87-4FF4-BA57-A84D41AAB881}" dt="2025-12-21T15:46:01.161" v="270" actId="14100"/>
          <ac:spMkLst>
            <pc:docMk/>
            <pc:sldMk cId="2329806869" sldId="258"/>
            <ac:spMk id="3" creationId="{78BE3969-C6BA-CB25-A0A4-535AED7F349C}"/>
          </ac:spMkLst>
        </pc:spChg>
        <pc:spChg chg="add del mod">
          <ac:chgData name="Nikhil sai Karanki" userId="38d3b5116a01a4b0" providerId="LiveId" clId="{2E90161D-5C87-4FF4-BA57-A84D41AAB881}" dt="2025-12-21T15:46:29.628" v="273" actId="478"/>
          <ac:spMkLst>
            <pc:docMk/>
            <pc:sldMk cId="2329806869" sldId="258"/>
            <ac:spMk id="4" creationId="{0BA18490-C035-D319-B74E-CDC81485C72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2F2F4-9863-1C80-E98B-9257B3655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3A2B8C-3707-61A1-1899-468400E1B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91A40-EA02-317E-F302-20C26DD38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232A-A7D2-496A-8916-1540E27E9CA2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8919F-9099-8C8B-306A-491DDABF9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503DA-422C-2973-E95D-6685C4035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FEB-FDA1-4658-A51D-122965B99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248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DF5F-4112-F689-4F63-7AA013225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5557D-C296-12C1-AC0E-43EA011BB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FF474-6FF8-449D-C5C8-F5A4E9524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232A-A7D2-496A-8916-1540E27E9CA2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F2D8E-950C-AD4F-39F4-70B889601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18AC1-7E9D-0FF0-471E-5067FE88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FEB-FDA1-4658-A51D-122965B99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89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C570-BD4D-127B-46CB-31BEBD93A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17002-D868-4F6D-7DE5-3FF8B8B92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8FD70-2706-EDC6-17DF-6BD43FD3E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232A-A7D2-496A-8916-1540E27E9CA2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106B9-A723-D5F3-9C38-E359764AC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629A1-164C-806C-A500-7EC7D1697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FEB-FDA1-4658-A51D-122965B99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860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03E4-E1A9-338F-71F2-921100F73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3DB66-C2FC-11C8-6095-57FD1FA87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E2BF1-3DF1-47EB-8D96-62173BDB3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0C09B-BF75-8EDE-88F3-C2BED006C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232A-A7D2-496A-8916-1540E27E9CA2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E20D5-29DA-1085-A639-E30DAEC37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0B7FD-3DDB-0CEE-CA80-9E62AB0D9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FEB-FDA1-4658-A51D-122965B99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234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2712E-64C7-2DC6-E73C-F39DE5D2B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A14E1-4053-DAFF-E0A2-051F1B4CB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F429F-90DC-401E-D1C5-011C8A4FF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492BB6-A9F3-4936-4F0A-2088BC039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7987-78F8-E82B-790F-C736F61E9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8EB17-399C-5443-53B0-E88E4A1C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232A-A7D2-496A-8916-1540E27E9CA2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CDC5BA-4D21-93C7-E6AC-E0A358EFE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38678D-534D-1A2F-02CE-0E338A263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FEB-FDA1-4658-A51D-122965B99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12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184C9-DFE6-D8FB-0A69-E64C458BC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2C144-C550-0B52-9766-A3E46636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232A-A7D2-496A-8916-1540E27E9CA2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A3240-BB7F-00EF-41F8-8AC011A02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25389-C176-10AC-1CBF-28B62D585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FEB-FDA1-4658-A51D-122965B99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974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2D637D-1E85-A376-FE9B-F8FE66E07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232A-A7D2-496A-8916-1540E27E9CA2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AD4B9-2AE2-7601-B6E1-3EA32437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7E839-2745-A46F-B046-BDBF7408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FEB-FDA1-4658-A51D-122965B99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385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54DF6-CEE3-C5DB-9ECD-2C8644CD2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A5E8D-B074-7ECD-475C-D2DCDFD5D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4B373-EE50-99C8-7EAC-8DD131598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C2C05-96FD-BC8A-69F2-EAE57FD15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232A-A7D2-496A-8916-1540E27E9CA2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2995E-0A7D-7233-BFAA-B78B9B3A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80B7F-5D86-A64F-8C23-DBBB42F42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FEB-FDA1-4658-A51D-122965B99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191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0C2D-2A86-C972-256D-9F89923D0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226505-2FEB-5236-1CB9-942DB3DB0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5363F-79BD-E0F2-B07D-E63A02ACA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62E21-8EEB-11D5-4228-818762AB1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232A-A7D2-496A-8916-1540E27E9CA2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7FC7C-4FF4-A2B9-1A76-BD61651A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3B5B6-AC75-05BC-A62E-935E3096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FEB-FDA1-4658-A51D-122965B99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43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D3988-60EB-CCB3-8B94-638C3A9E6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5EE5D8-435B-EDD1-77A0-B369A6B5B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10F5A-AE97-D3E6-B01D-7730775C4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232A-A7D2-496A-8916-1540E27E9CA2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8EFA4-249C-F0AB-F0FA-76BF153A3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E7A43-F1C5-E22A-8900-08BFE3CB8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FEB-FDA1-4658-A51D-122965B99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41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20EFF8-CC96-CEAD-3775-98A08F6726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8908A-BFB3-1A8C-1F52-EA2C2DC81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7FB88-2978-9D21-404B-6F480AC8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232A-A7D2-496A-8916-1540E27E9CA2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55577-96F3-14B9-0F90-9B9CD7719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884C8-617F-DEB8-9DFD-338ADD06D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FEB-FDA1-4658-A51D-122965B99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284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88AB2-6C37-71D6-1133-2BF21628D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35D91-B357-D595-A669-0795055C2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98891-62FD-4FE7-B10D-85750FEC2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4232A-A7D2-496A-8916-1540E27E9CA2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05D81-DBDE-55AE-B45E-E1B42EC7A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0FBB-E28A-1810-078E-209ED3A91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72FEB-FDA1-4658-A51D-122965B99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409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4E4740-561C-8BAF-204A-419BAEB12D0B}"/>
              </a:ext>
            </a:extLst>
          </p:cNvPr>
          <p:cNvSpPr/>
          <p:nvPr/>
        </p:nvSpPr>
        <p:spPr>
          <a:xfrm>
            <a:off x="329937" y="320511"/>
            <a:ext cx="1885361" cy="2366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Sources</a:t>
            </a:r>
            <a:endParaRPr lang="en-IN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6DBCC99-E90A-ED1B-4183-F8C830B37FCE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 flipV="1">
            <a:off x="2215298" y="1503574"/>
            <a:ext cx="9803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EED704E-0E91-A584-244B-8E203B699E76}"/>
              </a:ext>
            </a:extLst>
          </p:cNvPr>
          <p:cNvSpPr/>
          <p:nvPr/>
        </p:nvSpPr>
        <p:spPr>
          <a:xfrm>
            <a:off x="3195687" y="320510"/>
            <a:ext cx="1781666" cy="23661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Processing Layer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1497DD-30CC-3E7C-7219-05FC790FBE5E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4977353" y="1498860"/>
            <a:ext cx="1084083" cy="4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C2700C1-92FA-518B-DDF4-66F1AF31B8C4}"/>
              </a:ext>
            </a:extLst>
          </p:cNvPr>
          <p:cNvSpPr/>
          <p:nvPr/>
        </p:nvSpPr>
        <p:spPr>
          <a:xfrm>
            <a:off x="6061436" y="311083"/>
            <a:ext cx="1781666" cy="23755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 and Vector Store Layer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7FB8CF-C503-7B34-4E05-8C57174F6525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7843102" y="1498860"/>
            <a:ext cx="1084083" cy="9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31F46DA-228E-3D2B-C897-E8126017976E}"/>
              </a:ext>
            </a:extLst>
          </p:cNvPr>
          <p:cNvSpPr/>
          <p:nvPr/>
        </p:nvSpPr>
        <p:spPr>
          <a:xfrm>
            <a:off x="8927185" y="320510"/>
            <a:ext cx="1781666" cy="23755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RAG Pipeline (Core Intelligence)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415AB1B-4F91-86A1-8B67-A5C75E4C65BB}"/>
              </a:ext>
            </a:extLst>
          </p:cNvPr>
          <p:cNvCxnSpPr>
            <a:cxnSpLocks/>
            <a:stCxn id="12" idx="3"/>
            <a:endCxn id="33" idx="3"/>
          </p:cNvCxnSpPr>
          <p:nvPr/>
        </p:nvCxnSpPr>
        <p:spPr>
          <a:xfrm flipH="1">
            <a:off x="10048973" y="1508287"/>
            <a:ext cx="659878" cy="3035432"/>
          </a:xfrm>
          <a:prstGeom prst="bentConnector3">
            <a:avLst>
              <a:gd name="adj1" fmla="val -346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CE3C400-65B6-C2E2-FEC2-4A59AEC41626}"/>
              </a:ext>
            </a:extLst>
          </p:cNvPr>
          <p:cNvSpPr/>
          <p:nvPr/>
        </p:nvSpPr>
        <p:spPr>
          <a:xfrm>
            <a:off x="1593130" y="3695306"/>
            <a:ext cx="8455843" cy="1696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Output Layer</a:t>
            </a:r>
          </a:p>
        </p:txBody>
      </p:sp>
    </p:spTree>
    <p:extLst>
      <p:ext uri="{BB962C8B-B14F-4D97-AF65-F5344CB8AC3E}">
        <p14:creationId xmlns:p14="http://schemas.microsoft.com/office/powerpoint/2010/main" val="3629423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EC3266-D2A3-9F3E-D891-7833EE3E7627}"/>
              </a:ext>
            </a:extLst>
          </p:cNvPr>
          <p:cNvSpPr/>
          <p:nvPr/>
        </p:nvSpPr>
        <p:spPr>
          <a:xfrm>
            <a:off x="329938" y="197963"/>
            <a:ext cx="5476973" cy="1791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Data Sources: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Kaggle CSV datasets (matches, batting, bowling, etc.)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Filtered India matches CSV (2020–2024)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Per-match JSON scorecards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Per-match summary .txt files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987AD7-8600-1E57-A08D-6147A3360155}"/>
              </a:ext>
            </a:extLst>
          </p:cNvPr>
          <p:cNvSpPr/>
          <p:nvPr/>
        </p:nvSpPr>
        <p:spPr>
          <a:xfrm>
            <a:off x="3212969" y="2067612"/>
            <a:ext cx="5766062" cy="1109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Embedding &amp; Vector Store Layer: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Embedding Model (OpenAI)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Vector Store (Pinecone/FAISS)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CB379D-A371-2E10-D032-806A43B79DF7}"/>
              </a:ext>
            </a:extLst>
          </p:cNvPr>
          <p:cNvSpPr/>
          <p:nvPr/>
        </p:nvSpPr>
        <p:spPr>
          <a:xfrm>
            <a:off x="6702457" y="197963"/>
            <a:ext cx="5313575" cy="1791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Data Processing Layer: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 filtering (India Test matches)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JSON scorecard creation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Summary generation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Chunking summaries (for embeddings)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D80812-3062-A593-4380-177E19ABB4E2}"/>
              </a:ext>
            </a:extLst>
          </p:cNvPr>
          <p:cNvSpPr/>
          <p:nvPr/>
        </p:nvSpPr>
        <p:spPr>
          <a:xfrm>
            <a:off x="329938" y="3264816"/>
            <a:ext cx="5476973" cy="15711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RAG Pipeline (Core Intelligence):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User Query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Retriever (semantic search on vector DB)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Context assembly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LLM (GPT / OpenAI)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68A9C5-EA12-CF93-1A64-928FEE166513}"/>
              </a:ext>
            </a:extLst>
          </p:cNvPr>
          <p:cNvSpPr/>
          <p:nvPr/>
        </p:nvSpPr>
        <p:spPr>
          <a:xfrm>
            <a:off x="6702457" y="3264816"/>
            <a:ext cx="5313576" cy="15711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Output Layer: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Natural-language answer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Optional stats / summaries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UI layer (CLI / Web / </a:t>
            </a:r>
            <a:r>
              <a:rPr lang="en-US" dirty="0" err="1"/>
              <a:t>Streamlit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48C742-0721-3C6F-F2B3-AE3530DAE4CE}"/>
              </a:ext>
            </a:extLst>
          </p:cNvPr>
          <p:cNvSpPr/>
          <p:nvPr/>
        </p:nvSpPr>
        <p:spPr>
          <a:xfrm>
            <a:off x="329938" y="5542963"/>
            <a:ext cx="11686095" cy="8389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Flow of Implementation:</a:t>
            </a:r>
          </a:p>
          <a:p>
            <a:endParaRPr lang="en-US" sz="1400" dirty="0"/>
          </a:p>
          <a:p>
            <a:pPr algn="ctr"/>
            <a:r>
              <a:rPr lang="en-US" sz="1400" dirty="0"/>
              <a:t>CSV Data </a:t>
            </a:r>
            <a:r>
              <a:rPr lang="en-US" sz="1400" dirty="0">
                <a:sym typeface="Wingdings" panose="05000000000000000000" pitchFamily="2" charset="2"/>
              </a:rPr>
              <a:t> Filtered Dataset  JSON Scorecards  Match Summaries (.txt)  Chunking  Embeddings  Retriever  LLM  Final Answer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58001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BE3969-C6BA-CB25-A0A4-535AED7F349C}"/>
              </a:ext>
            </a:extLst>
          </p:cNvPr>
          <p:cNvSpPr/>
          <p:nvPr/>
        </p:nvSpPr>
        <p:spPr>
          <a:xfrm>
            <a:off x="227814" y="188536"/>
            <a:ext cx="11736371" cy="952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High Level RAG Pipeline:</a:t>
            </a:r>
          </a:p>
          <a:p>
            <a:pPr algn="ctr"/>
            <a:endParaRPr lang="en-US" dirty="0"/>
          </a:p>
          <a:p>
            <a:pPr algn="ctr"/>
            <a:r>
              <a:rPr lang="en-US" sz="1400" dirty="0"/>
              <a:t>User Language </a:t>
            </a:r>
            <a:r>
              <a:rPr lang="en-US" sz="1400" dirty="0">
                <a:sym typeface="Wingdings" panose="05000000000000000000" pitchFamily="2" charset="2"/>
              </a:rPr>
              <a:t> Query Preprocessing  Retriever (Vector Search)  Context Assembly  Prompt Construction  LLM Response  Final answer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329806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187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sai Karanki</dc:creator>
  <cp:lastModifiedBy>Nikhil sai Karanki</cp:lastModifiedBy>
  <cp:revision>1</cp:revision>
  <dcterms:created xsi:type="dcterms:W3CDTF">2025-12-21T14:35:32Z</dcterms:created>
  <dcterms:modified xsi:type="dcterms:W3CDTF">2025-12-21T15:46:36Z</dcterms:modified>
</cp:coreProperties>
</file>